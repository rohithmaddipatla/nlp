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75" r:id="rId5"/>
    <p:sldId id="259" r:id="rId6"/>
    <p:sldId id="276" r:id="rId7"/>
    <p:sldId id="270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ED913A-C015-4CE4-A2F7-2D6E0F530F3B}" v="7" dt="2026-07-15T08:54:10.6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165" autoAdjust="0"/>
  </p:normalViewPr>
  <p:slideViewPr>
    <p:cSldViewPr>
      <p:cViewPr varScale="1">
        <p:scale>
          <a:sx n="77" d="100"/>
          <a:sy n="77" d="100"/>
        </p:scale>
        <p:origin x="82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78BBE-5FCA-4526-ADA2-7B4ADF67202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09AE2-0D03-4242-8C7C-7D3C25E54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8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09AE2-0D03-4242-8C7C-7D3C25E546A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60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95903" y="1297622"/>
            <a:ext cx="4525645" cy="701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4744" y="2495232"/>
            <a:ext cx="9962515" cy="1851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0421" y="3124200"/>
            <a:ext cx="5251157" cy="17812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2775"/>
              </a:spcBef>
            </a:pPr>
            <a:r>
              <a:rPr lang="en-IN" sz="2400" b="1" dirty="0">
                <a:latin typeface="Times New Roman"/>
                <a:cs typeface="Times New Roman"/>
              </a:rPr>
              <a:t>DSA0304-Natural Language Processing                                                                                                                      </a:t>
            </a:r>
          </a:p>
          <a:p>
            <a:pPr algn="r">
              <a:lnSpc>
                <a:spcPct val="100000"/>
              </a:lnSpc>
              <a:spcBef>
                <a:spcPts val="2775"/>
              </a:spcBef>
            </a:pPr>
            <a:r>
              <a:rPr lang="en-IN" sz="2000" dirty="0">
                <a:latin typeface="Times New Roman"/>
                <a:cs typeface="Times New Roman"/>
              </a:rPr>
              <a:t>                                                                                                                                    </a:t>
            </a:r>
          </a:p>
          <a:p>
            <a:pPr algn="r">
              <a:lnSpc>
                <a:spcPct val="100000"/>
              </a:lnSpc>
              <a:spcBef>
                <a:spcPts val="2775"/>
              </a:spcBef>
            </a:pPr>
            <a:r>
              <a:rPr lang="en-IN" sz="2400" dirty="0">
                <a:latin typeface="Times New Roman"/>
                <a:cs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3000" y="2057400"/>
            <a:ext cx="10287000" cy="53899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065" marR="5080" indent="-7620" algn="ctr">
              <a:lnSpc>
                <a:spcPts val="3910"/>
              </a:lnSpc>
              <a:spcBef>
                <a:spcPts val="575"/>
              </a:spcBef>
            </a:pPr>
            <a:r>
              <a:rPr lang="en-IN" sz="3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Morphology and Word Formation in Natural Languages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94C5C26-419F-570C-5AD2-D1B86976B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52400"/>
            <a:ext cx="103632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3E6878-C187-E0DF-D602-4FEC921A62F7}"/>
              </a:ext>
            </a:extLst>
          </p:cNvPr>
          <p:cNvSpPr txBox="1"/>
          <p:nvPr/>
        </p:nvSpPr>
        <p:spPr>
          <a:xfrm>
            <a:off x="4737667" y="4114800"/>
            <a:ext cx="2640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Rohith(192424054)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0" y="2112934"/>
            <a:ext cx="8382000" cy="263213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Morphology?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study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structure of words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breaks words into the smallest meaningful units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explain how words are formed and how their meanings change.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Single morpheme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Cat +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(plural suffix)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Unhappy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happy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200025"/>
            <a:ext cx="1057275" cy="1381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5" y="323850"/>
            <a:ext cx="137160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780007"/>
            <a:ext cx="6096000" cy="4783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3000" b="1" dirty="0"/>
              <a:t>Morphemes and Word Structure</a:t>
            </a:r>
          </a:p>
        </p:txBody>
      </p:sp>
      <p:sp>
        <p:nvSpPr>
          <p:cNvPr id="3" name="object 3"/>
          <p:cNvSpPr txBox="1"/>
          <p:nvPr/>
        </p:nvSpPr>
        <p:spPr>
          <a:xfrm flipV="1">
            <a:off x="1676400" y="5570725"/>
            <a:ext cx="3240739" cy="4571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4330" marR="560705" indent="-342265">
              <a:lnSpc>
                <a:spcPct val="101699"/>
              </a:lnSpc>
              <a:spcBef>
                <a:spcPts val="50"/>
              </a:spcBef>
              <a:buFont typeface="Wingdings"/>
              <a:buChar char=""/>
              <a:tabLst>
                <a:tab pos="35560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66700"/>
            <a:ext cx="981075" cy="1295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5" y="323850"/>
            <a:ext cx="1371600" cy="13906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19082E8-2180-52F5-6E95-76CC1CC75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205" y="1779686"/>
            <a:ext cx="10134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Types of Morphemes</a:t>
            </a:r>
          </a:p>
          <a:p>
            <a:r>
              <a:rPr lang="en-US" b="1" dirty="0"/>
              <a:t>1. Stem (Root)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 part of the word that carries meaning.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happy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teach </a:t>
            </a:r>
          </a:p>
          <a:p>
            <a:r>
              <a:rPr lang="en-US" b="1" dirty="0"/>
              <a:t>2. Affixes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to the stem to modify meaning. </a:t>
            </a:r>
          </a:p>
          <a:p>
            <a:r>
              <a:rPr lang="en-US" b="1" dirty="0"/>
              <a:t>Types of Affixes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Prefix:</a:t>
            </a:r>
            <a:r>
              <a:rPr lang="en-US" dirty="0"/>
              <a:t> before the stem (unhappy)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Suffix:</a:t>
            </a:r>
            <a:r>
              <a:rPr lang="en-US" dirty="0"/>
              <a:t> after the stem (cats, teacher)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Infix:</a:t>
            </a:r>
            <a:r>
              <a:rPr lang="en-US" dirty="0"/>
              <a:t> inside the word (rare in English)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Circumfix:</a:t>
            </a:r>
            <a:r>
              <a:rPr lang="en-US" dirty="0"/>
              <a:t> around the word (common in some languages) 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Cats = Cat + </a:t>
            </a:r>
            <a:r>
              <a:rPr lang="en-US" b="1" dirty="0"/>
              <a:t>-s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Unbuckle = </a:t>
            </a:r>
            <a:r>
              <a:rPr lang="en-US" b="1" dirty="0"/>
              <a:t>un-</a:t>
            </a:r>
            <a:r>
              <a:rPr lang="en-US" dirty="0"/>
              <a:t> + buckle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0" y="691187"/>
            <a:ext cx="487680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b="1" spc="-20" dirty="0"/>
              <a:t>Types of Morphology</a:t>
            </a:r>
            <a:endParaRPr lang="en-IN" sz="4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2286000"/>
            <a:ext cx="4686618" cy="30534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rPr lang="en-US" b="1" dirty="0"/>
              <a:t>1. Inflectional Morphology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Adds grammatical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Does not change the word class.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Plurals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Tense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Possession 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 → Cats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Play → Played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Walk → Walking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66700"/>
            <a:ext cx="981075" cy="1295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5" y="323850"/>
            <a:ext cx="1371600" cy="1390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1F0B79-7A2F-712F-4029-3A90B875240D}"/>
              </a:ext>
            </a:extLst>
          </p:cNvPr>
          <p:cNvSpPr txBox="1"/>
          <p:nvPr/>
        </p:nvSpPr>
        <p:spPr>
          <a:xfrm>
            <a:off x="6061214" y="2413337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Derivational Morphology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Forms a </a:t>
            </a:r>
            <a:r>
              <a:rPr lang="en-US" b="1" dirty="0"/>
              <a:t>new word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change the </a:t>
            </a:r>
            <a:r>
              <a:rPr lang="en-US" b="1" dirty="0"/>
              <a:t>part of speech</a:t>
            </a:r>
            <a:r>
              <a:rPr lang="en-US" dirty="0"/>
              <a:t>. 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 → Teacher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Happy → Happiness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Computerize → Computerization</a:t>
            </a:r>
          </a:p>
        </p:txBody>
      </p:sp>
    </p:spTree>
    <p:extLst>
      <p:ext uri="{BB962C8B-B14F-4D97-AF65-F5344CB8AC3E}">
        <p14:creationId xmlns:p14="http://schemas.microsoft.com/office/powerpoint/2010/main" val="347227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781610"/>
            <a:ext cx="8232778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000" b="1" dirty="0"/>
              <a:t>Word Structure Processing in NLP</a:t>
            </a:r>
            <a:endParaRPr sz="3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2019860"/>
            <a:ext cx="8672195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Morphology is Important in NLP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uses morphology to understand different forms of words.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Breaking words into morphemes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stems and affixes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prefixes and suffixes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→ Play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Replayed → Re + Play + 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Unhappy → Un + Happy 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66700"/>
            <a:ext cx="981075" cy="1295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5" y="323850"/>
            <a:ext cx="137160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0726B4-135B-3CF4-4447-F0D10398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62466"/>
            <a:ext cx="4038600" cy="5810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26C3D-C2B9-46A9-594B-1879C14B5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43200"/>
            <a:ext cx="6503829" cy="152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73151B-B299-962A-CB0E-C8ABB24BED3B}"/>
              </a:ext>
            </a:extLst>
          </p:cNvPr>
          <p:cNvSpPr txBox="1"/>
          <p:nvPr/>
        </p:nvSpPr>
        <p:spPr>
          <a:xfrm>
            <a:off x="7696200" y="1828800"/>
            <a:ext cx="60976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A064C-5D81-A183-7257-B0016223B151}"/>
              </a:ext>
            </a:extLst>
          </p:cNvPr>
          <p:cNvSpPr txBox="1"/>
          <p:nvPr/>
        </p:nvSpPr>
        <p:spPr>
          <a:xfrm>
            <a:off x="4572000" y="286593"/>
            <a:ext cx="68977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5618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0" y="2590800"/>
            <a:ext cx="6516624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b="1" dirty="0"/>
              <a:t>Thank</a:t>
            </a:r>
            <a:r>
              <a:rPr sz="7200" b="1" spc="-225" dirty="0"/>
              <a:t> </a:t>
            </a:r>
            <a:r>
              <a:rPr sz="7200" b="1" spc="-700" dirty="0"/>
              <a:t>Y</a:t>
            </a:r>
            <a:r>
              <a:rPr sz="7200" b="1" spc="25" dirty="0"/>
              <a:t>ou</a:t>
            </a:r>
            <a:endParaRPr sz="7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295</Words>
  <Application>Microsoft Office PowerPoint</Application>
  <PresentationFormat>Widescreen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Times New Roman</vt:lpstr>
      <vt:lpstr>Wingdings</vt:lpstr>
      <vt:lpstr>Office Theme</vt:lpstr>
      <vt:lpstr>Morphology and Word Formation in Natural Languages</vt:lpstr>
      <vt:lpstr>PowerPoint Presentation</vt:lpstr>
      <vt:lpstr>Morphemes and Word Structure</vt:lpstr>
      <vt:lpstr>Types of Morphology</vt:lpstr>
      <vt:lpstr>Word Structure Processing in NLP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kokam</dc:creator>
  <cp:lastModifiedBy>Rohith Maddipatla</cp:lastModifiedBy>
  <cp:revision>16</cp:revision>
  <dcterms:created xsi:type="dcterms:W3CDTF">2026-02-10T14:19:06Z</dcterms:created>
  <dcterms:modified xsi:type="dcterms:W3CDTF">2026-07-31T03:31:09Z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LastSaved">
    <vt:filetime>2026-02-10T00:00:00Z</vt:filetime>
  </property>
</Properties>
</file>